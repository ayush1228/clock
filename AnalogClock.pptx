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7" r:id="rId3"/>
    <p:sldId id="269" r:id="rId4"/>
    <p:sldId id="270" r:id="rId5"/>
    <p:sldId id="275" r:id="rId6"/>
    <p:sldId id="274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81A3A-9121-4876-A138-79786ED173BE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E540A-E9CC-4C7A-9779-4C7CF3C4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7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C2CB-AB48-2017-4CD0-456EB19BB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1786C-FBBB-FF05-FC36-B74059899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6EA0-38B1-C267-F936-3B189386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F9DC-1746-1890-503C-E9D3939D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5398-8E92-F45C-C4C4-02A45974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6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F2AA-B9F8-F36B-2C2E-55AD6657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E2114-D4A6-6B40-441D-2CEB85D4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8D929-DEE5-E87E-4405-CE79C9C3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B1147-24DA-C313-FF11-70FAD18B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010A6-C160-82EE-2ED5-6D76A0ED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2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90DD-F8B3-329B-CF8E-FA8E3CAD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AEDF0-17FF-CEFA-2A79-0E5A55652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A820-692A-04D8-EB80-C2177BA0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D9550-E22A-476D-DF83-41C588ED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EC81-9882-7F77-B812-A923FB03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34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FFA4-D750-B698-7921-E73A3263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9A42-958E-0F11-2837-C54FC1FB3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E4D32-C4C4-3AAE-CCCB-49E150723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60ED4-3CE1-EE23-F2CB-D2756FEC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0B2E9-6BB7-C9F0-0BBA-4B59992D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3204D-34C9-CC49-0BD1-4E691044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7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9118-9A70-31F8-75F3-0032068F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BBE51-A9B6-AA42-A4D9-F02D29AC3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13989-4951-34F6-39F1-F6E24243C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6B607-EEB4-1ABE-65FF-1F72C8435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80472-3FF0-31DB-122A-566F99D46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199CE-3F7E-C3CB-AC0E-5E329113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2D9E9-61C0-7D79-1E10-02F59BDF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62957-2E66-B59B-3B7F-A3F18650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5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1BAA-C2F4-7989-21BD-E2BC5E36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0A069-EA4E-0324-E565-580DD6E8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BD02A-8DB5-2B85-3353-B74DC90B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59ECE-92C8-1DBF-EB9C-2296F14D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23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08C1D-464A-8A36-F146-469F21FF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3D479-D13F-BB6D-5C66-DE21E7C6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68FAB-DC9B-ED2D-F96D-36F452FF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4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40F1-D8B7-A8F6-2E92-C9F95F86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22221-96D5-0373-8AD4-FFF394BD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048E-A2B8-260F-620A-54BC873CC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04DFE-0802-345C-1DFB-FC78577A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CE1AA-DDDA-5ABD-E1ED-E803E652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BAF82-ADBF-B80E-EB04-B0011867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05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4D1D-EA20-A90E-31D5-AB31CE7C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24B5-C3B6-D242-95B9-FB3E31A73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6A17C-DB8C-EABE-A55A-37305154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5794D-BF02-220C-08EB-6DCAE01F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ED74B-FBDB-92C6-BEAE-0AB6A3E3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80C2-ABEE-9372-A816-51911A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2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A889-5170-04E3-EA2A-4106D42A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717D4-05C7-B42A-6AC8-9AEC70049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940F3-0934-4F65-452B-B7AA5498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14E0B-14AB-2112-F078-0753933B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C97C-B777-0594-C62A-EF9DED9A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52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3DC94-72DA-4392-1F02-A95679FF2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3C74F-7F40-DDEA-45EF-9A9D094B4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5B8EA-0407-941E-03A8-84BFFA21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036D4-3B2D-4697-D015-38D9D8A4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D2150-7577-6A4A-85C7-19FA86E2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88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88CF3-3B2D-AAE6-8C8F-2A0B4D9E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334B3-6503-E9FD-A46D-EB29B0EE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D3AB4-3BBA-9048-BE66-B615FF8B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F1FD6-B827-43D8-AC99-7791E4579E19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AC7B-CA11-40AB-5F31-9C531356F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22E74-A357-8E11-3699-A110B0626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41A28-50D8-4FA6-A916-15EE0A6639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7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2DBEA-58DB-79A7-52F0-6A645A650E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2" r="-1" b="1545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026" name="Picture 2" descr="Analog Clock Design ⏲️ - Html, Css &amp; Javascript | Coding Snow | Creative  Web Design Tutorials - Html, Css &amp; Javascript">
            <a:extLst>
              <a:ext uri="{FF2B5EF4-FFF2-40B4-BE49-F238E27FC236}">
                <a16:creationId xmlns:a16="http://schemas.microsoft.com/office/drawing/2014/main" id="{4228A6D6-7D9E-BC03-7A81-438D1295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4" r="-1" b="12507"/>
          <a:stretch/>
        </p:blipFill>
        <p:spPr bwMode="auto">
          <a:xfrm>
            <a:off x="4547938" y="3681405"/>
            <a:ext cx="7644062" cy="317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50D6D-B138-43BE-3E3A-D25FFCE5988C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ANALOG CLOCK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20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4FA63-49BD-4B1A-FC9E-7E5026E2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9D1406D-D5EB-CE65-C93D-DDA08A77DEFB}"/>
              </a:ext>
            </a:extLst>
          </p:cNvPr>
          <p:cNvSpPr/>
          <p:nvPr/>
        </p:nvSpPr>
        <p:spPr>
          <a:xfrm>
            <a:off x="2232252" y="633046"/>
            <a:ext cx="4463623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ANALOG CLOCK</a:t>
            </a:r>
          </a:p>
        </p:txBody>
      </p:sp>
      <p:sp>
        <p:nvSpPr>
          <p:cNvPr id="2070" name="Freeform: Shape 2069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79" name="Freeform: Shape 207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C09870-A8FE-7594-186D-B98F4E1172B1}"/>
              </a:ext>
            </a:extLst>
          </p:cNvPr>
          <p:cNvSpPr/>
          <p:nvPr/>
        </p:nvSpPr>
        <p:spPr>
          <a:xfrm>
            <a:off x="2232252" y="2125737"/>
            <a:ext cx="4463623" cy="4044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This project is an interactive Analog Clock developed using HTML, CSS, and JavaScript. It demonstrates how to create a real-time clock with dynamic movement of hour, minute, and second hands.</a:t>
            </a:r>
          </a:p>
        </p:txBody>
      </p:sp>
      <p:sp>
        <p:nvSpPr>
          <p:cNvPr id="2086" name="Freeform: Shape 2085">
            <a:extLst>
              <a:ext uri="{FF2B5EF4-FFF2-40B4-BE49-F238E27FC236}">
                <a16:creationId xmlns:a16="http://schemas.microsoft.com/office/drawing/2014/main" id="{83C8019B-3985-409B-9B87-494B974EE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76" name="Freeform: Shape 2075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78" name="Freeform: Shape 2077">
            <a:extLst>
              <a:ext uri="{FF2B5EF4-FFF2-40B4-BE49-F238E27FC236}">
                <a16:creationId xmlns:a16="http://schemas.microsoft.com/office/drawing/2014/main" id="{B85A4DB3-61AA-49A1-85A9-B3397CD51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4" name="Picture 6" descr="Digital Clock Design Using HTML CSS ...">
            <a:extLst>
              <a:ext uri="{FF2B5EF4-FFF2-40B4-BE49-F238E27FC236}">
                <a16:creationId xmlns:a16="http://schemas.microsoft.com/office/drawing/2014/main" id="{2C9EDE3A-3254-50EB-3F2C-0C2D32717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4" r="11834" b="2"/>
          <a:stretch/>
        </p:blipFill>
        <p:spPr bwMode="auto">
          <a:xfrm>
            <a:off x="7020480" y="871280"/>
            <a:ext cx="4415738" cy="4415738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457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8248-AFE7-A550-F20F-10C1AF23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62391-0033-5CB5-5AE4-9425DC225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0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A5E888A-F962-F9F3-713B-317CE39BD332}"/>
              </a:ext>
            </a:extLst>
          </p:cNvPr>
          <p:cNvSpPr/>
          <p:nvPr/>
        </p:nvSpPr>
        <p:spPr>
          <a:xfrm>
            <a:off x="4880876" y="277544"/>
            <a:ext cx="2430247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33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D79F76-977D-D15C-4A60-4A097B8F43D7}"/>
              </a:ext>
            </a:extLst>
          </p:cNvPr>
          <p:cNvSpPr/>
          <p:nvPr/>
        </p:nvSpPr>
        <p:spPr>
          <a:xfrm>
            <a:off x="301703" y="1093845"/>
            <a:ext cx="11588591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The aim of this project is to design and develop a functional and visually appealing analog clock using HTML, CSS, and JavaScript, demonstrating real-time updates and smooth animations.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884C91-7AE1-FE62-D594-5525D1B0F192}"/>
              </a:ext>
            </a:extLst>
          </p:cNvPr>
          <p:cNvSpPr/>
          <p:nvPr/>
        </p:nvSpPr>
        <p:spPr>
          <a:xfrm flipH="1">
            <a:off x="426133" y="2160149"/>
            <a:ext cx="45719" cy="4187311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1D79DE4-D139-A657-F8C6-7694A65D3A4C}"/>
              </a:ext>
            </a:extLst>
          </p:cNvPr>
          <p:cNvSpPr/>
          <p:nvPr/>
        </p:nvSpPr>
        <p:spPr>
          <a:xfrm>
            <a:off x="267008" y="1922886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4F942E-7286-A7EE-9AB2-9E3E7137F2BA}"/>
              </a:ext>
            </a:extLst>
          </p:cNvPr>
          <p:cNvSpPr/>
          <p:nvPr/>
        </p:nvSpPr>
        <p:spPr>
          <a:xfrm>
            <a:off x="402319" y="2008830"/>
            <a:ext cx="93345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04784F7-5911-375A-FC60-870C3D1CE987}"/>
              </a:ext>
            </a:extLst>
          </p:cNvPr>
          <p:cNvSpPr/>
          <p:nvPr/>
        </p:nvSpPr>
        <p:spPr>
          <a:xfrm>
            <a:off x="650010" y="2104844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C136FA-35B0-E21A-932C-759E77539128}"/>
              </a:ext>
            </a:extLst>
          </p:cNvPr>
          <p:cNvSpPr/>
          <p:nvPr/>
        </p:nvSpPr>
        <p:spPr>
          <a:xfrm>
            <a:off x="1292333" y="1982179"/>
            <a:ext cx="313027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Create a Functional Analog Clock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F4BABD-6588-448B-2B84-75C79FBE353F}"/>
              </a:ext>
            </a:extLst>
          </p:cNvPr>
          <p:cNvSpPr/>
          <p:nvPr/>
        </p:nvSpPr>
        <p:spPr>
          <a:xfrm>
            <a:off x="1292333" y="2262798"/>
            <a:ext cx="7943375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Develop a real-time clock that accurately displays the current time.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4A2BE3-E098-3DE7-CEEF-397B1CEF39FF}"/>
              </a:ext>
            </a:extLst>
          </p:cNvPr>
          <p:cNvSpPr/>
          <p:nvPr/>
        </p:nvSpPr>
        <p:spPr>
          <a:xfrm>
            <a:off x="267008" y="5603554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A8E53D5-896B-3E21-80EC-88923FD29EC2}"/>
              </a:ext>
            </a:extLst>
          </p:cNvPr>
          <p:cNvSpPr/>
          <p:nvPr/>
        </p:nvSpPr>
        <p:spPr>
          <a:xfrm>
            <a:off x="240741" y="4633200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F09892E-AC32-546D-BDB1-2611D23151DD}"/>
              </a:ext>
            </a:extLst>
          </p:cNvPr>
          <p:cNvSpPr/>
          <p:nvPr/>
        </p:nvSpPr>
        <p:spPr>
          <a:xfrm>
            <a:off x="255578" y="3752505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8F5D8BD-81FD-0F52-4CA9-CEC109B5C465}"/>
              </a:ext>
            </a:extLst>
          </p:cNvPr>
          <p:cNvSpPr/>
          <p:nvPr/>
        </p:nvSpPr>
        <p:spPr>
          <a:xfrm>
            <a:off x="267008" y="2782151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138126C-C9B2-9B75-F692-82B61F45A3CC}"/>
              </a:ext>
            </a:extLst>
          </p:cNvPr>
          <p:cNvSpPr/>
          <p:nvPr/>
        </p:nvSpPr>
        <p:spPr>
          <a:xfrm>
            <a:off x="654914" y="2953244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D94CC42-7C93-1F4B-438B-344E5FA69710}"/>
              </a:ext>
            </a:extLst>
          </p:cNvPr>
          <p:cNvSpPr/>
          <p:nvPr/>
        </p:nvSpPr>
        <p:spPr>
          <a:xfrm>
            <a:off x="1258162" y="2868953"/>
            <a:ext cx="3164443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IN" sz="1600" dirty="0">
                <a:solidFill>
                  <a:schemeClr val="bg1"/>
                </a:solidFill>
              </a:rPr>
              <a:t>Implement Smooth Animations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EFD480D-C8F8-9EC5-53BD-036C832841F3}"/>
              </a:ext>
            </a:extLst>
          </p:cNvPr>
          <p:cNvSpPr/>
          <p:nvPr/>
        </p:nvSpPr>
        <p:spPr>
          <a:xfrm>
            <a:off x="1258162" y="3222563"/>
            <a:ext cx="5957093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Use CSS transitions and JavaScript to ensure smooth movement of clock hands.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EF3CD1F8-D9F1-8BC1-BA85-4EE8FD3B24CD}"/>
              </a:ext>
            </a:extLst>
          </p:cNvPr>
          <p:cNvSpPr/>
          <p:nvPr/>
        </p:nvSpPr>
        <p:spPr>
          <a:xfrm>
            <a:off x="643484" y="3935028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4835ED9-8C5D-A88F-15A9-A4F1E0EE1EAF}"/>
              </a:ext>
            </a:extLst>
          </p:cNvPr>
          <p:cNvSpPr/>
          <p:nvPr/>
        </p:nvSpPr>
        <p:spPr>
          <a:xfrm>
            <a:off x="628647" y="4815723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EFA531F5-CE46-6782-D327-9785162673FE}"/>
              </a:ext>
            </a:extLst>
          </p:cNvPr>
          <p:cNvSpPr/>
          <p:nvPr/>
        </p:nvSpPr>
        <p:spPr>
          <a:xfrm>
            <a:off x="650010" y="5797507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275A18D-4B02-ACE5-7D7B-8DA75356B60C}"/>
              </a:ext>
            </a:extLst>
          </p:cNvPr>
          <p:cNvSpPr/>
          <p:nvPr/>
        </p:nvSpPr>
        <p:spPr>
          <a:xfrm>
            <a:off x="1292333" y="3823228"/>
            <a:ext cx="236243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IN" sz="1600" b="1" dirty="0">
                <a:solidFill>
                  <a:schemeClr val="bg1"/>
                </a:solidFill>
              </a:rPr>
              <a:t>Enhance User Experience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C8ADEE5-0742-98C6-9330-65C306872015}"/>
              </a:ext>
            </a:extLst>
          </p:cNvPr>
          <p:cNvSpPr/>
          <p:nvPr/>
        </p:nvSpPr>
        <p:spPr>
          <a:xfrm>
            <a:off x="1311609" y="4107375"/>
            <a:ext cx="715241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Design an aesthetically pleasing and responsive clock layout for various screen sizes.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9E8168-85C6-0A15-E834-2B7DBBCD0B66}"/>
              </a:ext>
            </a:extLst>
          </p:cNvPr>
          <p:cNvSpPr/>
          <p:nvPr/>
        </p:nvSpPr>
        <p:spPr>
          <a:xfrm>
            <a:off x="1292333" y="4679788"/>
            <a:ext cx="295120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IN" sz="1600" b="1" dirty="0">
                <a:solidFill>
                  <a:schemeClr val="bg1"/>
                </a:solidFill>
              </a:rPr>
              <a:t>Apply Core Web Technologies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72530E0-C924-415C-BC02-A36A2FDFBC88}"/>
              </a:ext>
            </a:extLst>
          </p:cNvPr>
          <p:cNvSpPr/>
          <p:nvPr/>
        </p:nvSpPr>
        <p:spPr>
          <a:xfrm>
            <a:off x="1292333" y="4992187"/>
            <a:ext cx="7653814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Utilize HTML for structure, CSS for styling, and JavaScript for functionality.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98A8159-3EE2-AF90-22D9-C8600926E77D}"/>
              </a:ext>
            </a:extLst>
          </p:cNvPr>
          <p:cNvSpPr/>
          <p:nvPr/>
        </p:nvSpPr>
        <p:spPr>
          <a:xfrm>
            <a:off x="1292333" y="5664002"/>
            <a:ext cx="270331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IN" sz="1600" b="1" dirty="0">
                <a:solidFill>
                  <a:schemeClr val="bg1"/>
                </a:solidFill>
              </a:rPr>
              <a:t>Improve JavaScript Skills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F922E00B-E034-B563-76D6-63BA8BA8FF6C}"/>
              </a:ext>
            </a:extLst>
          </p:cNvPr>
          <p:cNvSpPr/>
          <p:nvPr/>
        </p:nvSpPr>
        <p:spPr>
          <a:xfrm>
            <a:off x="1292333" y="5925093"/>
            <a:ext cx="756569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Strengthen understanding of Date objects, DOM manipulation, and CSS transformations.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96CCECFF-9D41-8C2F-3928-46AA37C122E0}"/>
              </a:ext>
            </a:extLst>
          </p:cNvPr>
          <p:cNvSpPr/>
          <p:nvPr/>
        </p:nvSpPr>
        <p:spPr>
          <a:xfrm>
            <a:off x="376068" y="2886566"/>
            <a:ext cx="14692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8C3D355-2C73-4110-0B3D-1C0E10B53284}"/>
              </a:ext>
            </a:extLst>
          </p:cNvPr>
          <p:cNvSpPr/>
          <p:nvPr/>
        </p:nvSpPr>
        <p:spPr>
          <a:xfrm>
            <a:off x="376068" y="3833943"/>
            <a:ext cx="14585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25DA5CB5-D5F8-E28B-1E2D-F1501152BA25}"/>
              </a:ext>
            </a:extLst>
          </p:cNvPr>
          <p:cNvSpPr/>
          <p:nvPr/>
        </p:nvSpPr>
        <p:spPr>
          <a:xfrm>
            <a:off x="349207" y="4697851"/>
            <a:ext cx="170974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21F50EA3-CD05-FB69-BF3C-30A7FF719474}"/>
              </a:ext>
            </a:extLst>
          </p:cNvPr>
          <p:cNvSpPr/>
          <p:nvPr/>
        </p:nvSpPr>
        <p:spPr>
          <a:xfrm>
            <a:off x="381711" y="5691065"/>
            <a:ext cx="146328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918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CBBE-B313-960D-6DA5-10F314E5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789F92-EECB-5F89-44E3-AB7941015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795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A3CDC6C-E2F8-F0A8-E8CB-1CD3167755DE}"/>
              </a:ext>
            </a:extLst>
          </p:cNvPr>
          <p:cNvSpPr/>
          <p:nvPr/>
        </p:nvSpPr>
        <p:spPr>
          <a:xfrm>
            <a:off x="3975318" y="167627"/>
            <a:ext cx="424136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4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7BD491-3A1A-6591-A807-91710A2BE55D}"/>
              </a:ext>
            </a:extLst>
          </p:cNvPr>
          <p:cNvSpPr/>
          <p:nvPr/>
        </p:nvSpPr>
        <p:spPr>
          <a:xfrm>
            <a:off x="801775" y="1185147"/>
            <a:ext cx="1058844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project will leverage a structured methodology to develop and deploy a machine learning model for automated loan eligibility assessment.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912FD-0F2F-1649-137D-71622005B859}"/>
              </a:ext>
            </a:extLst>
          </p:cNvPr>
          <p:cNvSpPr/>
          <p:nvPr/>
        </p:nvSpPr>
        <p:spPr>
          <a:xfrm>
            <a:off x="760316" y="2235034"/>
            <a:ext cx="307403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CREATING STRUCTURE OF THE CLOCK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CE6F87-3415-E7E5-F5E3-A2E43F43512C}"/>
              </a:ext>
            </a:extLst>
          </p:cNvPr>
          <p:cNvSpPr/>
          <p:nvPr/>
        </p:nvSpPr>
        <p:spPr>
          <a:xfrm>
            <a:off x="801775" y="3436622"/>
            <a:ext cx="3265951" cy="201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Creates the basic structure of the clock using &lt;div&gt; elements.</a:t>
            </a:r>
          </a:p>
          <a:p>
            <a:pPr marL="0" indent="0">
              <a:lnSpc>
                <a:spcPts val="3100"/>
              </a:lnSpc>
              <a:buNone/>
            </a:pPr>
            <a:endParaRPr lang="en-US" sz="1900" dirty="0">
              <a:solidFill>
                <a:schemeClr val="bg1"/>
              </a:solidFill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Defines clock face and hands (hour, minute, second).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C501C8-7920-5D26-47BC-354E0768FFF2}"/>
              </a:ext>
            </a:extLst>
          </p:cNvPr>
          <p:cNvSpPr/>
          <p:nvPr/>
        </p:nvSpPr>
        <p:spPr>
          <a:xfrm>
            <a:off x="4392198" y="2211821"/>
            <a:ext cx="389882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STYLING AND ANIMATION OF CLOCK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D6CCC57-ECF2-DD73-2E8C-6EEA38624107}"/>
              </a:ext>
            </a:extLst>
          </p:cNvPr>
          <p:cNvSpPr/>
          <p:nvPr/>
        </p:nvSpPr>
        <p:spPr>
          <a:xfrm>
            <a:off x="4392198" y="3416704"/>
            <a:ext cx="3696354" cy="189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Styles the clock face with colors, borders, and circular shape.</a:t>
            </a:r>
          </a:p>
          <a:p>
            <a:pPr marL="0" indent="0">
              <a:lnSpc>
                <a:spcPts val="31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Positions the clock hands correctly and </a:t>
            </a:r>
            <a:r>
              <a:rPr lang="en-IN" sz="2000" dirty="0">
                <a:solidFill>
                  <a:schemeClr val="bg1"/>
                </a:solidFill>
              </a:rPr>
              <a:t>adds smooth animations.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C9EEC9F-D446-C762-8C03-FF65DBF1B18B}"/>
              </a:ext>
            </a:extLst>
          </p:cNvPr>
          <p:cNvSpPr/>
          <p:nvPr/>
        </p:nvSpPr>
        <p:spPr>
          <a:xfrm>
            <a:off x="8357652" y="2224785"/>
            <a:ext cx="3557155" cy="93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FUNCTIONALITY AND INTERACTIVITY OF CLOCK</a:t>
            </a:r>
            <a:endParaRPr lang="en-US" sz="2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D1EE0FD-4429-0676-ED23-A67365CB026F}"/>
              </a:ext>
            </a:extLst>
          </p:cNvPr>
          <p:cNvSpPr/>
          <p:nvPr/>
        </p:nvSpPr>
        <p:spPr>
          <a:xfrm>
            <a:off x="8364683" y="3467795"/>
            <a:ext cx="3977542" cy="27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Fetches the current time using the date object and calculates rotation angles for each hand based on time.</a:t>
            </a:r>
          </a:p>
          <a:p>
            <a:pPr marL="0" indent="0">
              <a:lnSpc>
                <a:spcPts val="31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Continuously updates the clock hands </a:t>
            </a:r>
            <a:r>
              <a:rPr lang="en-IN" sz="2000" dirty="0">
                <a:solidFill>
                  <a:schemeClr val="bg1"/>
                </a:solidFill>
              </a:rPr>
              <a:t>to ensure real-time movement</a:t>
            </a:r>
            <a:endParaRPr lang="en-US" sz="1900" dirty="0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A40EEC-AE26-79DD-6D5D-B9E2D6CB1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57" y="5521695"/>
            <a:ext cx="987079" cy="11214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6F72252-44FB-131D-3E16-7E6984E08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997" y="5460898"/>
            <a:ext cx="1182230" cy="118223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0C63B9-65BB-8950-720C-9476085CB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915" y="5452868"/>
            <a:ext cx="1238628" cy="12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3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6D36-B9E1-8C15-4A80-8014A7B8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6406-9975-3345-28BA-E0C8B92A7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1CE88B-0B22-1DE5-E50D-5C4942621208}"/>
              </a:ext>
            </a:extLst>
          </p:cNvPr>
          <p:cNvSpPr txBox="1"/>
          <p:nvPr/>
        </p:nvSpPr>
        <p:spPr>
          <a:xfrm>
            <a:off x="3629319" y="471341"/>
            <a:ext cx="6033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/>
                </a:solidFill>
                <a:latin typeface="Montserrat" panose="00000500000000000000" pitchFamily="2" charset="0"/>
              </a:rPr>
              <a:t>FUTURE SCOPE</a:t>
            </a:r>
            <a:endParaRPr lang="en-IN" sz="4000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9909D-8D0E-EFDA-DA9F-D60E5EF1CDFA}"/>
              </a:ext>
            </a:extLst>
          </p:cNvPr>
          <p:cNvSpPr txBox="1"/>
          <p:nvPr/>
        </p:nvSpPr>
        <p:spPr>
          <a:xfrm>
            <a:off x="1772239" y="1631714"/>
            <a:ext cx="450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Customization Options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F972D-A4E5-FA27-730C-2E56B839C898}"/>
              </a:ext>
            </a:extLst>
          </p:cNvPr>
          <p:cNvSpPr txBox="1"/>
          <p:nvPr/>
        </p:nvSpPr>
        <p:spPr>
          <a:xfrm>
            <a:off x="1772239" y="2001046"/>
            <a:ext cx="10306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Users can choose different clock themes, colors, and styles dynamically.</a:t>
            </a:r>
            <a:endParaRPr lang="en-IN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7C50B-B595-7F9D-7A87-8C220C2FBA19}"/>
              </a:ext>
            </a:extLst>
          </p:cNvPr>
          <p:cNvSpPr txBox="1"/>
          <p:nvPr/>
        </p:nvSpPr>
        <p:spPr>
          <a:xfrm>
            <a:off x="1772239" y="2708932"/>
            <a:ext cx="4185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Digital Clock Integration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BF971-9519-6152-9EF4-A10CFD5BC5E7}"/>
              </a:ext>
            </a:extLst>
          </p:cNvPr>
          <p:cNvSpPr txBox="1"/>
          <p:nvPr/>
        </p:nvSpPr>
        <p:spPr>
          <a:xfrm>
            <a:off x="1774672" y="3045819"/>
            <a:ext cx="10304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Combine analog and digital displays for enhanced functionality.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C0232-56FD-D2E8-6CEA-9156F763F801}"/>
              </a:ext>
            </a:extLst>
          </p:cNvPr>
          <p:cNvSpPr txBox="1"/>
          <p:nvPr/>
        </p:nvSpPr>
        <p:spPr>
          <a:xfrm>
            <a:off x="1772239" y="3695000"/>
            <a:ext cx="434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Alarm Feature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A8113-384A-7A73-76A3-BE9F308D32B6}"/>
              </a:ext>
            </a:extLst>
          </p:cNvPr>
          <p:cNvSpPr txBox="1"/>
          <p:nvPr/>
        </p:nvSpPr>
        <p:spPr>
          <a:xfrm>
            <a:off x="1772239" y="4059279"/>
            <a:ext cx="9901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Implement an alarm system to notify users at a set time.</a:t>
            </a:r>
            <a:endParaRPr lang="en-IN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63297-8B4A-6396-7470-9A1946301543}"/>
              </a:ext>
            </a:extLst>
          </p:cNvPr>
          <p:cNvSpPr txBox="1"/>
          <p:nvPr/>
        </p:nvSpPr>
        <p:spPr>
          <a:xfrm>
            <a:off x="1769806" y="4709832"/>
            <a:ext cx="432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Time Zone Support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1C024-CD87-48DD-A558-852814F1F467}"/>
              </a:ext>
            </a:extLst>
          </p:cNvPr>
          <p:cNvSpPr txBox="1"/>
          <p:nvPr/>
        </p:nvSpPr>
        <p:spPr>
          <a:xfrm>
            <a:off x="1772239" y="5079164"/>
            <a:ext cx="9901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Allow users to select different time zones and display multiple clocks.</a:t>
            </a:r>
            <a:endParaRPr lang="en-IN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D0CEB-98A8-A21F-7A9E-3CAF0916A48C}"/>
              </a:ext>
            </a:extLst>
          </p:cNvPr>
          <p:cNvSpPr txBox="1"/>
          <p:nvPr/>
        </p:nvSpPr>
        <p:spPr>
          <a:xfrm>
            <a:off x="1769806" y="5729717"/>
            <a:ext cx="27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Mobile App Integration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B2E9D-AE55-080F-E748-696D31A5F29E}"/>
              </a:ext>
            </a:extLst>
          </p:cNvPr>
          <p:cNvSpPr txBox="1"/>
          <p:nvPr/>
        </p:nvSpPr>
        <p:spPr>
          <a:xfrm>
            <a:off x="1317773" y="6050997"/>
            <a:ext cx="11031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1"/>
                </a:solidFill>
              </a:rPr>
              <a:t>Convert the web-based clock into a mobile-friendly application using frameworks like React Native.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977FF59-FD61-AB86-79A1-D7F043C6BE47}"/>
              </a:ext>
            </a:extLst>
          </p:cNvPr>
          <p:cNvSpPr/>
          <p:nvPr/>
        </p:nvSpPr>
        <p:spPr>
          <a:xfrm flipH="1">
            <a:off x="1005184" y="1736692"/>
            <a:ext cx="67632" cy="4767801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110F6F92-1312-E1BF-038B-06AE767517B5}"/>
              </a:ext>
            </a:extLst>
          </p:cNvPr>
          <p:cNvSpPr/>
          <p:nvPr/>
        </p:nvSpPr>
        <p:spPr>
          <a:xfrm>
            <a:off x="851410" y="1653095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1C68B9D-3E75-B7A3-939F-9B8AA9F35983}"/>
              </a:ext>
            </a:extLst>
          </p:cNvPr>
          <p:cNvSpPr/>
          <p:nvPr/>
        </p:nvSpPr>
        <p:spPr>
          <a:xfrm>
            <a:off x="1239316" y="1824188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54C00745-10F1-A7FC-0264-E9B3725893C2}"/>
              </a:ext>
            </a:extLst>
          </p:cNvPr>
          <p:cNvSpPr/>
          <p:nvPr/>
        </p:nvSpPr>
        <p:spPr>
          <a:xfrm>
            <a:off x="850139" y="4740536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B091A8A1-FACD-321C-47E0-0C42CB4FABB2}"/>
              </a:ext>
            </a:extLst>
          </p:cNvPr>
          <p:cNvSpPr/>
          <p:nvPr/>
        </p:nvSpPr>
        <p:spPr>
          <a:xfrm>
            <a:off x="851410" y="5696952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2F4E58D4-598D-D113-08B4-64F906BC8901}"/>
              </a:ext>
            </a:extLst>
          </p:cNvPr>
          <p:cNvSpPr/>
          <p:nvPr/>
        </p:nvSpPr>
        <p:spPr>
          <a:xfrm>
            <a:off x="843633" y="3713912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0A76BEB7-E969-252B-C46F-B920BCC63CF0}"/>
              </a:ext>
            </a:extLst>
          </p:cNvPr>
          <p:cNvSpPr/>
          <p:nvPr/>
        </p:nvSpPr>
        <p:spPr>
          <a:xfrm>
            <a:off x="843633" y="2718389"/>
            <a:ext cx="387906" cy="387906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6DDC75BE-88E3-8753-F120-80A4428C32F1}"/>
              </a:ext>
            </a:extLst>
          </p:cNvPr>
          <p:cNvSpPr/>
          <p:nvPr/>
        </p:nvSpPr>
        <p:spPr>
          <a:xfrm>
            <a:off x="1005185" y="1762519"/>
            <a:ext cx="93345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C988634-E4D5-7343-5103-F680F1D875B7}"/>
              </a:ext>
            </a:extLst>
          </p:cNvPr>
          <p:cNvSpPr/>
          <p:nvPr/>
        </p:nvSpPr>
        <p:spPr>
          <a:xfrm>
            <a:off x="964124" y="2816590"/>
            <a:ext cx="14692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F377D7DE-93BB-37F1-1EF5-E84B9E1DB053}"/>
              </a:ext>
            </a:extLst>
          </p:cNvPr>
          <p:cNvSpPr/>
          <p:nvPr/>
        </p:nvSpPr>
        <p:spPr>
          <a:xfrm>
            <a:off x="971166" y="3805728"/>
            <a:ext cx="14585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31563DAB-2202-AF77-2751-3C22DA37D169}"/>
              </a:ext>
            </a:extLst>
          </p:cNvPr>
          <p:cNvSpPr/>
          <p:nvPr/>
        </p:nvSpPr>
        <p:spPr>
          <a:xfrm>
            <a:off x="952098" y="4846722"/>
            <a:ext cx="170974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94546BF8-4671-AB37-0F99-779ABCDD3198}"/>
              </a:ext>
            </a:extLst>
          </p:cNvPr>
          <p:cNvSpPr/>
          <p:nvPr/>
        </p:nvSpPr>
        <p:spPr>
          <a:xfrm>
            <a:off x="964421" y="5805830"/>
            <a:ext cx="146328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968A038E-A536-B789-5C2C-799416071D32}"/>
              </a:ext>
            </a:extLst>
          </p:cNvPr>
          <p:cNvSpPr/>
          <p:nvPr/>
        </p:nvSpPr>
        <p:spPr>
          <a:xfrm>
            <a:off x="1239315" y="2889701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9A7F3A4F-B278-420D-8ED9-199748F7005D}"/>
              </a:ext>
            </a:extLst>
          </p:cNvPr>
          <p:cNvSpPr/>
          <p:nvPr/>
        </p:nvSpPr>
        <p:spPr>
          <a:xfrm>
            <a:off x="1239315" y="3889126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5B03AB58-40B0-4C42-5A79-ABB74E602321}"/>
              </a:ext>
            </a:extLst>
          </p:cNvPr>
          <p:cNvSpPr/>
          <p:nvPr/>
        </p:nvSpPr>
        <p:spPr>
          <a:xfrm>
            <a:off x="1231539" y="4898168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87CA61E0-2AB7-448B-BF31-A0A7109612ED}"/>
              </a:ext>
            </a:extLst>
          </p:cNvPr>
          <p:cNvSpPr/>
          <p:nvPr/>
        </p:nvSpPr>
        <p:spPr>
          <a:xfrm>
            <a:off x="1239315" y="5887511"/>
            <a:ext cx="603409" cy="22860"/>
          </a:xfrm>
          <a:prstGeom prst="roundRect">
            <a:avLst>
              <a:gd name="adj" fmla="val 316753"/>
            </a:avLst>
          </a:prstGeom>
          <a:solidFill>
            <a:srgbClr val="4A2C85"/>
          </a:solidFill>
          <a:ln/>
        </p:spPr>
      </p:sp>
    </p:spTree>
    <p:extLst>
      <p:ext uri="{BB962C8B-B14F-4D97-AF65-F5344CB8AC3E}">
        <p14:creationId xmlns:p14="http://schemas.microsoft.com/office/powerpoint/2010/main" val="108940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C54E-C538-48E8-8B2E-A36D772E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807E8F-CAA5-5CD2-9B60-E337C93C4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E7ED53-DE8E-E534-CC5B-0D222CE50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60B732-B8DE-0E8D-BA50-A6D55A59397C}"/>
              </a:ext>
            </a:extLst>
          </p:cNvPr>
          <p:cNvSpPr txBox="1"/>
          <p:nvPr/>
        </p:nvSpPr>
        <p:spPr>
          <a:xfrm>
            <a:off x="9227127" y="4904509"/>
            <a:ext cx="2888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Aarti</a:t>
            </a:r>
          </a:p>
          <a:p>
            <a:r>
              <a:rPr lang="en-US" dirty="0">
                <a:solidFill>
                  <a:schemeClr val="bg1"/>
                </a:solidFill>
              </a:rPr>
              <a:t>Lata Kumari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Bent 3">
            <a:extLst>
              <a:ext uri="{FF2B5EF4-FFF2-40B4-BE49-F238E27FC236}">
                <a16:creationId xmlns:a16="http://schemas.microsoft.com/office/drawing/2014/main" id="{5821D3C6-C18A-9249-4EBD-7BB74956DE49}"/>
              </a:ext>
            </a:extLst>
          </p:cNvPr>
          <p:cNvSpPr/>
          <p:nvPr/>
        </p:nvSpPr>
        <p:spPr>
          <a:xfrm flipV="1">
            <a:off x="8614063" y="4592781"/>
            <a:ext cx="536863" cy="56110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4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A1ED-7D52-4279-0C54-C51151B8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4BFD6-8848-E75A-FB67-D797843DB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356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Heebo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8</cp:revision>
  <dcterms:created xsi:type="dcterms:W3CDTF">2024-10-09T13:45:15Z</dcterms:created>
  <dcterms:modified xsi:type="dcterms:W3CDTF">2025-03-07T04:57:10Z</dcterms:modified>
</cp:coreProperties>
</file>